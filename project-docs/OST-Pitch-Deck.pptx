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  <a:latin typeface="Segoe UI"/>
              </a:defRPr>
            </a:pPr>
            <a:r>
              <a:t>OST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Satellite DePIN Micropayment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BB"/>
                </a:solidFill>
                <a:latin typeface="Segoe UI"/>
              </a:defRPr>
            </a:pPr>
            <a:r>
              <a:t>Universal digital cash that belongs to no country and serves every citizen.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114800"/>
            <a:ext cx="2103120" cy="27432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Pitch Deck — Adventure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BB"/>
                </a:solidFill>
                <a:latin typeface="Segoe UI"/>
              </a:defRPr>
            </a:pPr>
            <a:r>
              <a:t>Built on Solana  •  Token-2022  •  SpaceX Supplier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nachogtavl-collab.github.io/ost-token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4444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103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A00"/>
                </a:solidFill>
                <a:latin typeface="Segoe UI"/>
              </a:defRPr>
            </a:pPr>
            <a:r>
              <a:t>2.6 BILLION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people have no internet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Starlink is connecting them — but with no native payment 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71600"/>
            <a:ext cx="5029200" cy="2103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19" y="16459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A00"/>
                </a:solidFill>
                <a:latin typeface="Segoe UI"/>
              </a:defRPr>
            </a:pPr>
            <a:r>
              <a:t>1.4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19" y="2194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adults are unbanked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19" y="27432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They can receive internet but can't pay for it traditionally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029200" cy="2103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A00"/>
                </a:solidFill>
                <a:latin typeface="Segoe UI"/>
              </a:defRPr>
            </a:pPr>
            <a:r>
              <a:t>80+ COUNTRIES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censor internet &amp; 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035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Traditional payment processors comply with censorship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931920"/>
            <a:ext cx="5029200" cy="2103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19" y="42062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A00"/>
                </a:solidFill>
                <a:latin typeface="Segoe UI"/>
              </a:defRPr>
            </a:pPr>
            <a:r>
              <a:t>4M+ STARLINK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19" y="47548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subscribers — zero P2P 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53035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No way to trade bandwidth, share access, or settle micropayments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Segoe UI"/>
              </a:defRPr>
            </a:pPr>
            <a:r>
              <a:t>THE SOLUTION — OST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BB"/>
                </a:solidFill>
                <a:latin typeface="Segoe UI"/>
              </a:defRPr>
            </a:pPr>
            <a:r>
              <a:t>A Solana-based micropayment protocol purpose-built for satellite network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🛰️  Bandwidth Micropayments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Sub-cent, sub-second settlement for satellite bandwidth allocation. Starlink terminals tokenize and trade unused bandwidth.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383280" cy="20116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🔒  Censorship-Resistant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560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Token-2022 confidential transfers with ElGamal + ZK proofs. Payments work where traditional rails are blocked.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383280" cy="20116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📡  DePIN Node Rewards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Automated on-chain rewards for ground stations, satellite operators, GPU compute, bandwidth, energy grid, and IoT nodes.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3383280" cy="20116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🌍  Disaster Response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0.1% DAO fee funds satellite deployment for emergency connectivity. Self-sustaining humanitarian infrastructure.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206240"/>
            <a:ext cx="3383280" cy="20116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🚀  Mars-Ready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Offline tap-to-pay for environments with 3-22 minute communication delays. Multi-planetary by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206240"/>
            <a:ext cx="3383280" cy="20116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👶  Grow Accounts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Programmable savings for the next generation. On-chain accounts with release schedules. No bank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Blockchain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Solana (Token-2022)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Transaction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&lt; $0.0025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Finality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0.4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Program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572 KB BPF binary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Instructions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25 (Anchor framework)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Token Supply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1,000,000,000 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Decimals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Confidential transfers (ElGamal + ZK)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DAO Fee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0.1% hardcoded, immutable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TypeScript, 22 instruction builders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Pre-mine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ZERO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VC Funding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897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ZERO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188720"/>
            <a:ext cx="5303520" cy="53035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Segoe UI"/>
              </a:defRPr>
            </a:pPr>
            <a:r>
              <a:t>DePIN REWARD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103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🛰️  Satellite Nodes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423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LEO orbit nodes validating transactions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8346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📡  Ground Stations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154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Uplink/downlink infrastructure operators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566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💻  GPU Compute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886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Distributed processing power for the 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297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🌐  Bandwidth Sharing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617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P2P internet sharing via Starlink terminals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🔋  Energy Grid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Renewable energy for ground stations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760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⚡  IoT Devices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6080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Sensor and edge device contributions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WHY SPACEX × 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BB"/>
                </a:solidFill>
                <a:latin typeface="Segoe UI"/>
              </a:defRPr>
            </a:pPr>
            <a:r>
              <a:t>Every SpaceX mission objective has a payment layer requirement that OST fulfills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011680"/>
          </a:xfrm>
          <a:prstGeom prst="roundRect">
            <a:avLst/>
          </a:prstGeom>
          <a:solidFill>
            <a:srgbClr val="121224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STARLINK BILLING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Currently: flat monthly rate</a:t>
            </a:r>
            <a:br/>
            <a:r>
              <a:t>With OST: Usage-based micro-billing, P2P bandwidth trading, fair-share pricing for shared terminals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4M+ subscribers, growing 50%/year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828800"/>
            <a:ext cx="5029200" cy="2011680"/>
          </a:xfrm>
          <a:prstGeom prst="roundRect">
            <a:avLst/>
          </a:prstGeom>
          <a:solidFill>
            <a:srgbClr val="121224"/>
          </a:solidFill>
          <a:ln w="19050">
            <a:solidFill>
              <a:srgbClr val="FF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011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A00"/>
                </a:solidFill>
                <a:latin typeface="Segoe UI"/>
              </a:defRPr>
            </a:pPr>
            <a:r>
              <a:t>CENSORED 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4688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Problem: Payment processors block transactions in 80+ countries</a:t>
            </a:r>
            <a:br/>
            <a:r>
              <a:t>With OST: Confidential transfers bypass censorship, users pay for Starlink access directly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33832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Largest untapped market for Starlink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5029200" cy="2011680"/>
          </a:xfrm>
          <a:prstGeom prst="roundRect">
            <a:avLst/>
          </a:prstGeom>
          <a:solidFill>
            <a:srgbClr val="121224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Segoe UI"/>
              </a:defRPr>
            </a:pPr>
            <a:r>
              <a:t>DISASTER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Currently: FEMA contracts, government-funded</a:t>
            </a:r>
            <a:br/>
            <a:r>
              <a:t>With OST: Self-funding via 0.1% DAO treasury, autonomous deployment, no bureaucratic 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607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Hurricane/earthquake rapid connectivity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4206240"/>
            <a:ext cx="5029200" cy="2011680"/>
          </a:xfrm>
          <a:prstGeom prst="roundRect">
            <a:avLst/>
          </a:prstGeom>
          <a:solidFill>
            <a:srgbClr val="121224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4389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444"/>
                </a:solidFill>
                <a:latin typeface="Segoe UI"/>
              </a:defRPr>
            </a:pPr>
            <a:r>
              <a:t>MARS COLONIZATION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84632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Problem: 3-22 min light delay makes real-time payments impossible</a:t>
            </a:r>
            <a:br/>
            <a:r>
              <a:t>With OST: Offline tap-to-pay, local finality, eventual Earth settlement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57607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Required for any Mars economy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PROVEN PATH — PRECEDENTS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BB"/>
                </a:solidFill>
                <a:latin typeface="Segoe UI"/>
              </a:defRPr>
            </a:pPr>
            <a:r>
              <a:t>Others have done parts of this. We combine all of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3716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SPACECOIN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Launched a 3U CubeSat via SpaceX Rideshare for ~$275K. Proved that crypto projects can literally put satellites in orbit.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0116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What they proved: Crypto can launch hardware into space</a:t>
            </a:r>
            <a:br/>
            <a:r>
              <a:t>What OST adds: Payment protocol + DePIN rewards, not just a satellite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13716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FF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A00"/>
                </a:solidFill>
                <a:latin typeface="Segoe UI"/>
              </a:defRPr>
            </a:pPr>
            <a:r>
              <a:t>WISeSat / WISeKey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IoT security satellites launched on SpaceX. Enterprise-grade secure communications from LEO orbit.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5661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What they proved: Enterprise satellite IoT is viable via SpaceX</a:t>
            </a:r>
            <a:br/>
            <a:r>
              <a:t>What OST adds: Decentralized payment layer for IoT settlements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Segoe UI"/>
              </a:defRPr>
            </a:pPr>
            <a:r>
              <a:t>X CORP (TWITTER)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40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Building payments infrastructure. Elon Musk's vision: X as 'everything app' with integrated payments.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120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What they proved: Musk wants payment rails for his platforms</a:t>
            </a:r>
            <a:br/>
            <a:r>
              <a:t>What OST adds: Censorship-resistant rail for X in blocked regions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Segoe UI"/>
              </a:defRPr>
            </a:pPr>
            <a:r>
              <a:t>TOKENOMICS &amp; TREASURY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38404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Segoe UI"/>
              </a:defRPr>
            </a:pPr>
            <a:r>
              <a:t>TOKEN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Total Supply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1,000,000,000 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Pre-mine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VC 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Team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DAO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0.1% per 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Fee Destination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DAO Treasury (PDA)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Fee Mutability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IMMUTABLE (hardcoded)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Treasury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Fund satellite infrastructure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188720"/>
            <a:ext cx="5760720" cy="38404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SELF-FUNDING FLYWHEEL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1.  Users transact with 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423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2.  0.1% fee automatically goes to DAO Treasury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834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3.  Treasury funds satellite hardware &amp;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246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4.  More satellites = more connectivity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657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5.  More connectivity = more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69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6.  More users = more transactions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480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7.  REPEAT → self-sustaining cycle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FF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Fair Launch Principles: Zero pre-mine means no insider advantage. Zero VC means no external pressure. The 0.1% DAO fee is the ONLY revenue mechanism, and it's hardcoded — no governance vote can change it. This ensures permanent alignment: the protocol only profits when users transact.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651760" cy="5303520"/>
          </a:xfrm>
          <a:prstGeom prst="roundRect">
            <a:avLst/>
          </a:prstGeom>
          <a:solidFill>
            <a:srgbClr val="121224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PHASE 1</a:t>
            </a:r>
            <a:br/>
            <a:r>
              <a:t>ENTRY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BB"/>
                </a:solidFill>
                <a:latin typeface="Segoe UI"/>
              </a:defRPr>
            </a:pPr>
            <a:r>
              <a:t>Week 1  •  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  <a:latin typeface="Segoe UI"/>
              </a:defRPr>
            </a:pPr>
            <a:r>
              <a:t>✅  Live website &amp; GitHub (open-source)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  <a:latin typeface="Segoe UI"/>
              </a:defRPr>
            </a:pPr>
            <a:r>
              <a:t>✅  DePIN faucet &amp; treasury (0.1% fee on devnet)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  <a:latin typeface="Segoe UI"/>
              </a:defRPr>
            </a:pPr>
            <a:r>
              <a:t>✅  SpaceX supplier application submitted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77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  <a:latin typeface="Segoe UI"/>
              </a:defRPr>
            </a:pPr>
            <a:r>
              <a:t>✅  X visibility campaign launched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  <a:latin typeface="Segoe UI"/>
              </a:defRPr>
            </a:pPr>
            <a:r>
              <a:t>✅  Pitch deck created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188720"/>
            <a:ext cx="2651760" cy="5303520"/>
          </a:xfrm>
          <a:prstGeom prst="roundRect">
            <a:avLst/>
          </a:prstGeom>
          <a:solidFill>
            <a:srgbClr val="121224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PHASE 2</a:t>
            </a:r>
            <a:br/>
            <a:r>
              <a:t>PROVE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BB"/>
                </a:solidFill>
                <a:latin typeface="Segoe UI"/>
              </a:defRPr>
            </a:pPr>
            <a:r>
              <a:t>Month 0–3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▶️  Mainnet launch &amp; first 1,000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▶️  DePIN rewards flowing (real OST)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▶️  Daily X content, 10K+ impressions/week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2651760" cy="5303520"/>
          </a:xfrm>
          <a:prstGeom prst="roundRect">
            <a:avLst/>
          </a:prstGeom>
          <a:solidFill>
            <a:srgbClr val="121224"/>
          </a:solidFill>
          <a:ln w="19050">
            <a:solidFill>
              <a:srgbClr val="FF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A00"/>
                </a:solidFill>
                <a:latin typeface="Segoe UI"/>
              </a:defRPr>
            </a:pPr>
            <a:r>
              <a:t>PHASE 3</a:t>
            </a:r>
            <a:br/>
            <a:r>
              <a:t>PARTNERSHIP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BB"/>
                </a:solidFill>
                <a:latin typeface="Segoe UI"/>
              </a:defRPr>
            </a:pPr>
            <a:r>
              <a:t>Month 3–6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▶️  SpaceX supplier review (traction data)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▶️  Starlink Enterprise program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▶️  X Corp payments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188720"/>
            <a:ext cx="2651760" cy="5303520"/>
          </a:xfrm>
          <a:prstGeom prst="roundRect">
            <a:avLst/>
          </a:prstGeom>
          <a:solidFill>
            <a:srgbClr val="121224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444"/>
                </a:solidFill>
                <a:latin typeface="Segoe UI"/>
              </a:defRPr>
            </a:pPr>
            <a:r>
              <a:t>PHASE 4</a:t>
            </a:r>
            <a:br/>
            <a:r>
              <a:t>SPACE 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BB"/>
                </a:solidFill>
                <a:latin typeface="Segoe UI"/>
              </a:defRPr>
            </a:pPr>
            <a:r>
              <a:t>Month 6–18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▶️  SpaceX Rideshare CubeSat (~$275K)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▶️  OST mesh network — uncensored internet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▶️  Multi-planetary payment infrastructure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Segoe UI"/>
              </a:defRPr>
            </a:pPr>
            <a:r>
              <a:t>WHAT'S ALREADY BUILT — 69% COMPLETE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320040"/>
          </a:xfrm>
          <a:prstGeom prst="roundRect">
            <a:avLst/>
          </a:prstGeom>
          <a:solidFill>
            <a:srgbClr val="12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7381951" cy="32004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11 of 16 milestones complete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6858000" cy="4389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Segoe UI"/>
              </a:defRPr>
            </a:pPr>
            <a:r>
              <a:t>✅  COMPLETED (11)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✅  Anchor Smart Contract (25 instructions)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✅  TypeScript SDK (22 builders)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✅  Website &amp; Frontend (3D globe, i18n, wallet)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✅  Security Audit (internal review)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✅  Program Compiled (572KB BPF)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✅  Token Mint (Token-2022, 1B supply)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✅  Devnet Deployment (program + mint + treasury)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✅  wOST Wrapper (SPL for AMM/DEX)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✅  Token Metadata On-Chain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✅  Raydium Liquidity Pool (wOST/SOL)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937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✅  DAO Treasury Wallet (PDA)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011680"/>
            <a:ext cx="4114800" cy="4389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FF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00"/>
                </a:solidFill>
                <a:latin typeface="Segoe UI"/>
              </a:defRPr>
            </a:pPr>
            <a:r>
              <a:t>🟡  PENDING (5)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▶️  Mainnet Deployment (~2.5 SOL rent)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▶️  Mainnet Liquidity Seeding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023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▶️  Jupiter Strict 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▶️  CoinGecko / CoinMarketCap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303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▶️  External Security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We're not asking for funding. We're asking for partnership.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1188720"/>
          </a:xfrm>
          <a:prstGeom prst="roundRect">
            <a:avLst/>
          </a:prstGeom>
          <a:solidFill>
            <a:srgbClr val="121224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1. SUPPLIER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Accept Adventure as a SpaceX supplier for satellite payment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377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This validates OST as a recognized technology partner in the SpaceX ecosystem.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121224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Segoe UI"/>
              </a:defRPr>
            </a:pPr>
            <a:r>
              <a:t>2. STARLINK API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Provide sandbox access to Starlink terminal APIs for bandwidth tokenization.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840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We'll build the micropayment integration at zero cost to SpaceX.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121224"/>
          </a:solidFill>
          <a:ln w="19050">
            <a:solidFill>
              <a:srgbClr val="FF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A00"/>
                </a:solidFill>
                <a:latin typeface="Segoe UI"/>
              </a:defRPr>
            </a:pPr>
            <a:r>
              <a:t>3. RIDESHARE CONSIDERATION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32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When traction warrants it (~1K+ users, treasury &gt; $50K), consider OST for a CubeSat rideshare slot.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303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~$275K for 50kg CubeSat on Transporter mission. Treasury-funded.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Segoe UI"/>
              </a:defRPr>
            </a:pPr>
            <a:r>
              <a:t>OST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BB"/>
                </a:solidFill>
                <a:latin typeface="Segoe UI"/>
              </a:defRPr>
            </a:pPr>
            <a:r>
              <a:t>"Universal digital cash that belongs to no country</a:t>
            </a:r>
            <a:br/>
            <a:r>
              <a:t>and serves every citizen."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743200"/>
            <a:ext cx="2103120" cy="27432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3200400"/>
            <a:ext cx="5760720" cy="25603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338328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2200" b="1">
                <a:solidFill>
                  <a:srgbClr val="00D4FF"/>
                </a:solidFill>
                <a:latin typeface="Segoe UI"/>
              </a:defRPr>
            </a:pPr>
            <a:r>
              <a:t>ADVENTURE</a:t>
            </a:r>
          </a:p>
          <a:p>
            <a:pPr>
              <a:spcAft>
                <a:spcPts val="639"/>
              </a:spcAft>
              <a:defRPr sz="800" b="0">
                <a:solidFill>
                  <a:srgbClr val="9999BB"/>
                </a:solidFill>
                <a:latin typeface="Segoe UI"/>
              </a:defRPr>
            </a:pPr>
          </a:p>
          <a:p>
            <a:pPr>
              <a:spcAft>
                <a:spcPts val="639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Website:  nachogtavl-collab.github.io/ost-token</a:t>
            </a:r>
          </a:p>
          <a:p>
            <a:pPr>
              <a:spcAft>
                <a:spcPts val="639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GitHub:   github.com/nachogtavl-collab/ost-token</a:t>
            </a:r>
          </a:p>
          <a:p>
            <a:pPr>
              <a:spcAft>
                <a:spcPts val="639"/>
              </a:spcAft>
              <a:defRPr sz="1100" b="0">
                <a:solidFill>
                  <a:srgbClr val="9999BB"/>
                </a:solidFill>
                <a:latin typeface="Segoe UI"/>
              </a:defRPr>
            </a:pPr>
            <a:r>
              <a:t>Program:  J2jiS296YWVie1Sopb4SxcM3aJnP9aAwe6aLDhCqvGXY</a:t>
            </a:r>
          </a:p>
          <a:p>
            <a:pPr>
              <a:spcAft>
                <a:spcPts val="639"/>
              </a:spcAft>
              <a:defRPr sz="1100" b="0">
                <a:solidFill>
                  <a:srgbClr val="9999BB"/>
                </a:solidFill>
                <a:latin typeface="Segoe UI"/>
              </a:defRPr>
            </a:pPr>
            <a:r>
              <a:t>OST Mint: 383pTzoZ8Gp83dzk23ZnvLcfX2Sq32TAGN48CMQu2pAJ</a:t>
            </a:r>
          </a:p>
          <a:p>
            <a:pPr>
              <a:spcAft>
                <a:spcPts val="639"/>
              </a:spcAft>
              <a:defRPr sz="1100" b="0">
                <a:solidFill>
                  <a:srgbClr val="9999BB"/>
                </a:solidFill>
                <a:latin typeface="Segoe UI"/>
              </a:defRPr>
            </a:pPr>
            <a:r>
              <a:t>Network:  Solana Devnet (mainnet-ready)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Built by one developer  •  From Mexico  •  Incorporated in Panama  •  Zero VC  •  Zero pre-mine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